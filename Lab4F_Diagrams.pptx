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9273-FEB3-C940-8861-7DBCDA5B1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9EEF9-C176-8745-B216-4DE645438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62AE-C402-D542-8D99-792EA823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F6C0D-F445-8645-970C-655210AF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C8BEF-2254-DA4A-9AB5-62B7D950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9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B270-338B-E84A-A0F3-BBDEFC27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23042-159B-D948-A404-F4A80F68B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500B-8B53-084E-8958-8FB529F9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00FB8-641B-6C4B-A4B3-A47A6DBA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3374F-C778-AD4B-B67F-AB7DC996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AB9A-C479-8E48-B4C2-F68CA862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42EA0-FB49-434B-97D7-96B2A7CB9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783E-E0A7-294D-9C87-BF621D07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95EB7-E8C2-D246-8E9B-EA8539CE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561E-4BFB-694E-AF4E-A134DA2F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5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F93C-06C9-5644-9E56-337AB4FA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C96DD-783C-F44B-BF07-62FE6C3A5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F981F-57C2-864F-ADF7-8CACEA2B0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DBB71-057A-A24F-9161-C066669C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73BE4-29E0-8942-9799-DCD4F058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403BE-F381-BC40-8A27-FA4C1C5D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4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3BB3-954B-5D4C-A70D-62B692A02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04EDE-05F9-3A42-BC65-0D5A586E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15EDA-8A3C-2C42-A2DA-F6C4697A2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CBF69-C3C7-3D46-91EB-D2A5F8712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7AB52-CD86-2C4A-BF3C-94445B1BB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0E087-2CD7-8A46-B840-BEB1D871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443E9-2223-2347-BDDC-92E18D9A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F13A3-43B0-164B-9792-199EC5E8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9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5D52-5F2E-CA45-A9B4-DE275E3C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7BBCD-D931-2D4B-899E-BA5B564D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07523-9792-1A48-8CEA-73CC4910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13523-BEFC-BA47-A1AE-EE74FD16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CF7F8-DD67-DF4D-BB51-1FA0EADB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B9C2C-2DEA-3240-8F2D-D1B0303D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88773-1BB7-1440-B301-3CEBCD7D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0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0FE6-F85D-7A44-B4F5-C3D46026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709B-B5FB-1D41-944E-29F282F5D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762C4-F96B-E240-9E99-C6F88371D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412FA-8914-5D4C-AE96-D9374058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95A64-E376-CB48-81EA-D09D2C79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B0FD0-E7FE-D045-A07A-80991FC1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9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E320-9E5F-2B47-B57A-9552F534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83C9B-CC29-9946-BD88-8CC9F94E3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12434-BBBF-BE4A-94F9-F28FF17D2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CE4D8-84D6-7144-B5A5-0BB5974F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141C5-5C45-E54F-8C21-1C101693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CCDF3-BCDF-714A-ADA2-C45FAC39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6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96DE-C247-8849-9D34-9FE998C6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8859C-8BB6-D647-8B23-D0077AE13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5479B-F5A0-4F4B-B1D9-E3381CBB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5BF68-90B0-E646-9081-BE756DD6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EA819-0E83-0A4E-8057-584FDEFA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7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F62A0-CA34-714E-B48B-C29BCA91F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97C68-29DE-CC46-B8B2-9DCEE7E80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7FE89-BD25-CD42-B71E-279E1239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C3B02-9DA0-8645-9E6A-A7FC9DE3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0425-9918-AB48-BAC2-B54131BF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8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C16AF-AB27-8445-A803-46645456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8613E-D9E1-1643-85FA-EBA84487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3FF6B-60CC-FD4D-8303-F5AD85B64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C02D9-F3A4-D341-B002-1918F7712155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A141F-C415-A045-82C7-4C423C8CF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37-FB74-694E-AE11-E7449E387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26CFF-15C6-DF4C-B49F-6C8811F3D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tiff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FCF7AB-CC9C-0C42-89F3-D582F246C833}"/>
              </a:ext>
            </a:extLst>
          </p:cNvPr>
          <p:cNvSpPr/>
          <p:nvPr/>
        </p:nvSpPr>
        <p:spPr>
          <a:xfrm>
            <a:off x="730156" y="2140473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1CC898-7563-C74E-A447-74D7474278DE}"/>
              </a:ext>
            </a:extLst>
          </p:cNvPr>
          <p:cNvSpPr/>
          <p:nvPr/>
        </p:nvSpPr>
        <p:spPr>
          <a:xfrm>
            <a:off x="736058" y="2527699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Hour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D6FC7-CB8B-674C-94D8-70FB06EDF560}"/>
              </a:ext>
            </a:extLst>
          </p:cNvPr>
          <p:cNvSpPr/>
          <p:nvPr/>
        </p:nvSpPr>
        <p:spPr>
          <a:xfrm>
            <a:off x="742543" y="2924069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Minute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50221-81CF-704D-ADCF-01123B67113B}"/>
              </a:ext>
            </a:extLst>
          </p:cNvPr>
          <p:cNvSpPr/>
          <p:nvPr/>
        </p:nvSpPr>
        <p:spPr>
          <a:xfrm>
            <a:off x="721596" y="3347871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Second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63A22F-F7EF-CE44-9FB1-33E8E833525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001756" y="3163824"/>
            <a:ext cx="842028" cy="321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FD11B7-A96F-8E43-95BB-FB459B7C7A4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16218" y="2664859"/>
            <a:ext cx="848902" cy="249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4DE64F-12B4-5149-96D2-1FC9F0435CF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022703" y="3029106"/>
            <a:ext cx="843712" cy="32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9923361-469E-1C45-8CB8-5D777A983AD0}"/>
              </a:ext>
            </a:extLst>
          </p:cNvPr>
          <p:cNvSpPr/>
          <p:nvPr/>
        </p:nvSpPr>
        <p:spPr>
          <a:xfrm>
            <a:off x="8405567" y="1286990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1F84A6-466C-0B4B-BF54-C503B74C6081}"/>
              </a:ext>
            </a:extLst>
          </p:cNvPr>
          <p:cNvSpPr/>
          <p:nvPr/>
        </p:nvSpPr>
        <p:spPr>
          <a:xfrm>
            <a:off x="8412052" y="1643606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Hour ++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DF75-EF46-D94E-A67F-863E13882721}"/>
              </a:ext>
            </a:extLst>
          </p:cNvPr>
          <p:cNvSpPr/>
          <p:nvPr/>
        </p:nvSpPr>
        <p:spPr>
          <a:xfrm>
            <a:off x="8418537" y="2025773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Hour --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39B8A3-DCD2-2F4F-80C0-350314B1CFBC}"/>
              </a:ext>
            </a:extLst>
          </p:cNvPr>
          <p:cNvSpPr/>
          <p:nvPr/>
        </p:nvSpPr>
        <p:spPr>
          <a:xfrm>
            <a:off x="8420807" y="2426942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Minute ++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0CC900-1F97-1149-B656-6962A614F4F8}"/>
              </a:ext>
            </a:extLst>
          </p:cNvPr>
          <p:cNvSpPr/>
          <p:nvPr/>
        </p:nvSpPr>
        <p:spPr>
          <a:xfrm>
            <a:off x="8426903" y="2835374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Minute --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069A80-22D9-3240-9AAA-CD9E78A0630D}"/>
              </a:ext>
            </a:extLst>
          </p:cNvPr>
          <p:cNvSpPr/>
          <p:nvPr/>
        </p:nvSpPr>
        <p:spPr>
          <a:xfrm>
            <a:off x="8414711" y="3234662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Second ++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BC17C9-7DDA-2F45-A750-61A53056BE07}"/>
              </a:ext>
            </a:extLst>
          </p:cNvPr>
          <p:cNvSpPr/>
          <p:nvPr/>
        </p:nvSpPr>
        <p:spPr>
          <a:xfrm>
            <a:off x="8411663" y="3633950"/>
            <a:ext cx="1280160" cy="274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Second --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97A36AA-876C-FB4F-97CE-9A751F0129DF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010316" y="2277633"/>
            <a:ext cx="833468" cy="51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5526204D-16C1-844F-B6E8-685DED1C2420}"/>
              </a:ext>
            </a:extLst>
          </p:cNvPr>
          <p:cNvSpPr/>
          <p:nvPr/>
        </p:nvSpPr>
        <p:spPr>
          <a:xfrm>
            <a:off x="4703650" y="2722280"/>
            <a:ext cx="1225686" cy="633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ESP8266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844B08D-0260-B644-B406-C40400688658}"/>
              </a:ext>
            </a:extLst>
          </p:cNvPr>
          <p:cNvCxnSpPr>
            <a:cxnSpLocks/>
          </p:cNvCxnSpPr>
          <p:nvPr/>
        </p:nvCxnSpPr>
        <p:spPr>
          <a:xfrm>
            <a:off x="10664866" y="4879646"/>
            <a:ext cx="461738" cy="563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Untitled1.png">
            <a:extLst>
              <a:ext uri="{FF2B5EF4-FFF2-40B4-BE49-F238E27FC236}">
                <a16:creationId xmlns:a16="http://schemas.microsoft.com/office/drawing/2014/main" id="{F65109C7-993A-5E0E-D9BE-08E7E9C7C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6585955" y="194910"/>
            <a:ext cx="412861" cy="2642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312A60-A994-38AA-945E-C1A0C380509C}"/>
              </a:ext>
            </a:extLst>
          </p:cNvPr>
          <p:cNvSpPr/>
          <p:nvPr/>
        </p:nvSpPr>
        <p:spPr>
          <a:xfrm>
            <a:off x="4439183" y="5103184"/>
            <a:ext cx="1225686" cy="6331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MQTT Broker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to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TM4C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134FE8-A41B-3B82-E751-B2F99F65D261}"/>
              </a:ext>
            </a:extLst>
          </p:cNvPr>
          <p:cNvSpPr/>
          <p:nvPr/>
        </p:nvSpPr>
        <p:spPr>
          <a:xfrm>
            <a:off x="2893345" y="2529368"/>
            <a:ext cx="1225686" cy="1140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MSPM0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82859F-EBB4-B99E-8A90-3850D6AC31B8}"/>
              </a:ext>
            </a:extLst>
          </p:cNvPr>
          <p:cNvCxnSpPr>
            <a:cxnSpLocks/>
          </p:cNvCxnSpPr>
          <p:nvPr/>
        </p:nvCxnSpPr>
        <p:spPr>
          <a:xfrm flipV="1">
            <a:off x="6568253" y="4068198"/>
            <a:ext cx="1209353" cy="1483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4AE813-308D-0547-A907-8388CBDF4D17}"/>
              </a:ext>
            </a:extLst>
          </p:cNvPr>
          <p:cNvCxnSpPr>
            <a:cxnSpLocks/>
          </p:cNvCxnSpPr>
          <p:nvPr/>
        </p:nvCxnSpPr>
        <p:spPr>
          <a:xfrm flipV="1">
            <a:off x="6568253" y="4424814"/>
            <a:ext cx="1215838" cy="1127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F912C8-5C4D-846A-3EBD-5AFAAB2CFBC0}"/>
              </a:ext>
            </a:extLst>
          </p:cNvPr>
          <p:cNvCxnSpPr>
            <a:cxnSpLocks/>
          </p:cNvCxnSpPr>
          <p:nvPr/>
        </p:nvCxnSpPr>
        <p:spPr>
          <a:xfrm flipV="1">
            <a:off x="6568253" y="4806981"/>
            <a:ext cx="1222323" cy="744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B7C2C8-C233-23C5-A0F3-A0B820E9AF0A}"/>
              </a:ext>
            </a:extLst>
          </p:cNvPr>
          <p:cNvCxnSpPr>
            <a:cxnSpLocks/>
          </p:cNvCxnSpPr>
          <p:nvPr/>
        </p:nvCxnSpPr>
        <p:spPr>
          <a:xfrm flipV="1">
            <a:off x="6568253" y="5208150"/>
            <a:ext cx="1224593" cy="343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C0AD7DC-ACB8-F914-5147-87DB1F051A6B}"/>
              </a:ext>
            </a:extLst>
          </p:cNvPr>
          <p:cNvCxnSpPr>
            <a:cxnSpLocks/>
          </p:cNvCxnSpPr>
          <p:nvPr/>
        </p:nvCxnSpPr>
        <p:spPr>
          <a:xfrm>
            <a:off x="6568253" y="5551968"/>
            <a:ext cx="1230689" cy="6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1E5B50-300D-E202-9A6F-6E97B9D69C21}"/>
              </a:ext>
            </a:extLst>
          </p:cNvPr>
          <p:cNvCxnSpPr>
            <a:cxnSpLocks/>
          </p:cNvCxnSpPr>
          <p:nvPr/>
        </p:nvCxnSpPr>
        <p:spPr>
          <a:xfrm>
            <a:off x="6568253" y="5551968"/>
            <a:ext cx="1218497" cy="46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013EE5-53A1-A782-936F-C167624C0469}"/>
              </a:ext>
            </a:extLst>
          </p:cNvPr>
          <p:cNvCxnSpPr>
            <a:cxnSpLocks/>
          </p:cNvCxnSpPr>
          <p:nvPr/>
        </p:nvCxnSpPr>
        <p:spPr>
          <a:xfrm>
            <a:off x="6568253" y="5551968"/>
            <a:ext cx="1215449" cy="863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33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70B9D2F-3056-485F-2F78-47FD351A4624}"/>
              </a:ext>
            </a:extLst>
          </p:cNvPr>
          <p:cNvGrpSpPr/>
          <p:nvPr/>
        </p:nvGrpSpPr>
        <p:grpSpPr>
          <a:xfrm>
            <a:off x="1099631" y="1622270"/>
            <a:ext cx="4480560" cy="2786730"/>
            <a:chOff x="1099631" y="1622270"/>
            <a:chExt cx="4480560" cy="278673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CF1C593-10A3-4016-45F7-8B1AB1032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9631" y="1622270"/>
              <a:ext cx="4480560" cy="2786730"/>
            </a:xfrm>
            <a:prstGeom prst="rect">
              <a:avLst/>
            </a:prstGeom>
          </p:spPr>
        </p:pic>
        <p:pic>
          <p:nvPicPr>
            <p:cNvPr id="7" name="Picture 6" descr="PastedGraphic-1.png">
              <a:extLst>
                <a:ext uri="{FF2B5EF4-FFF2-40B4-BE49-F238E27FC236}">
                  <a16:creationId xmlns:a16="http://schemas.microsoft.com/office/drawing/2014/main" id="{C8CF15CF-8E09-542F-3E56-BBEB2D96E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9744" y="1840422"/>
              <a:ext cx="2344305" cy="1907231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845164E-3876-38EB-A162-A6231BDCA50C}"/>
              </a:ext>
            </a:extLst>
          </p:cNvPr>
          <p:cNvSpPr/>
          <p:nvPr/>
        </p:nvSpPr>
        <p:spPr>
          <a:xfrm>
            <a:off x="6567055" y="1939636"/>
            <a:ext cx="3228109" cy="24245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7205E3C2-6758-2CAC-5D0D-A13C81176943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10800000" flipV="1">
            <a:off x="5263080" y="2734057"/>
            <a:ext cx="985548" cy="7807"/>
          </a:xfrm>
          <a:prstGeom prst="curvedConnector3">
            <a:avLst>
              <a:gd name="adj1" fmla="val 50000"/>
            </a:avLst>
          </a:prstGeom>
          <a:ln w="9525" cmpd="sng">
            <a:solidFill>
              <a:schemeClr val="tx1"/>
            </a:solidFill>
            <a:prstDash val="dashDot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ntitled1.png">
            <a:extLst>
              <a:ext uri="{FF2B5EF4-FFF2-40B4-BE49-F238E27FC236}">
                <a16:creationId xmlns:a16="http://schemas.microsoft.com/office/drawing/2014/main" id="{8E81EF3D-3AE6-63BC-B909-065B912E4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49743" y="2558263"/>
            <a:ext cx="549361" cy="351591"/>
          </a:xfrm>
          <a:prstGeom prst="rect">
            <a:avLst/>
          </a:prstGeom>
        </p:spPr>
      </p:pic>
      <p:pic>
        <p:nvPicPr>
          <p:cNvPr id="10" name="Picture 9" descr="Untitled1.png">
            <a:extLst>
              <a:ext uri="{FF2B5EF4-FFF2-40B4-BE49-F238E27FC236}">
                <a16:creationId xmlns:a16="http://schemas.microsoft.com/office/drawing/2014/main" id="{59088C34-56D4-941A-FAE5-0E4C4F712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4819710" y="2568843"/>
            <a:ext cx="540695" cy="3460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F026F87-4C7B-967D-801A-AB5EE8AE9F53}"/>
              </a:ext>
            </a:extLst>
          </p:cNvPr>
          <p:cNvSpPr/>
          <p:nvPr/>
        </p:nvSpPr>
        <p:spPr>
          <a:xfrm>
            <a:off x="7668783" y="3536112"/>
            <a:ext cx="687895" cy="28219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Sensors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340BD2-9B5A-81CE-F9F4-8CEA86B9FB2D}"/>
              </a:ext>
            </a:extLst>
          </p:cNvPr>
          <p:cNvSpPr/>
          <p:nvPr/>
        </p:nvSpPr>
        <p:spPr>
          <a:xfrm>
            <a:off x="8612433" y="3546963"/>
            <a:ext cx="822960" cy="27305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Actuators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F8F096-AE4D-7633-638B-DFC0CF599515}"/>
              </a:ext>
            </a:extLst>
          </p:cNvPr>
          <p:cNvCxnSpPr>
            <a:stCxn id="18" idx="0"/>
          </p:cNvCxnSpPr>
          <p:nvPr/>
        </p:nvCxnSpPr>
        <p:spPr>
          <a:xfrm flipV="1">
            <a:off x="8012731" y="3101055"/>
            <a:ext cx="343947" cy="435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2CC1EC-9248-0243-950E-D8E1BD48AFDA}"/>
              </a:ext>
            </a:extLst>
          </p:cNvPr>
          <p:cNvCxnSpPr>
            <a:endCxn id="19" idx="0"/>
          </p:cNvCxnSpPr>
          <p:nvPr/>
        </p:nvCxnSpPr>
        <p:spPr>
          <a:xfrm>
            <a:off x="8691170" y="3101055"/>
            <a:ext cx="332743" cy="4459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4368930-8022-885D-6BEC-B7FDD9AF25BA}"/>
              </a:ext>
            </a:extLst>
          </p:cNvPr>
          <p:cNvSpPr/>
          <p:nvPr/>
        </p:nvSpPr>
        <p:spPr>
          <a:xfrm>
            <a:off x="7983081" y="2385392"/>
            <a:ext cx="1170943" cy="70301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MSPM0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00E91-5A9A-7453-6874-B11E68DCE041}"/>
              </a:ext>
            </a:extLst>
          </p:cNvPr>
          <p:cNvSpPr/>
          <p:nvPr/>
        </p:nvSpPr>
        <p:spPr>
          <a:xfrm>
            <a:off x="6617923" y="2479893"/>
            <a:ext cx="93945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ESP8266</a:t>
            </a:r>
          </a:p>
          <a:p>
            <a:pPr algn="ctr"/>
            <a:r>
              <a:rPr lang="en-US" sz="1400" b="1" dirty="0">
                <a:solidFill>
                  <a:srgbClr val="0070C0"/>
                </a:solidFill>
              </a:rPr>
              <a:t>WSS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C0448C-8156-8FE6-A0B3-66E47203A24B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 flipV="1">
            <a:off x="7557377" y="2736899"/>
            <a:ext cx="425704" cy="460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BA838A-349F-314B-355C-E54B7B22FD16}"/>
              </a:ext>
            </a:extLst>
          </p:cNvPr>
          <p:cNvSpPr txBox="1"/>
          <p:nvPr/>
        </p:nvSpPr>
        <p:spPr>
          <a:xfrm>
            <a:off x="7426036" y="3976257"/>
            <a:ext cx="16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Smart Object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6BC7C-F51B-F692-3847-CCEC8B9D93F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477446" y="2312894"/>
            <a:ext cx="627518" cy="3927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A15976-5E2A-10D3-CF54-ECD4E1509535}"/>
              </a:ext>
            </a:extLst>
          </p:cNvPr>
          <p:cNvSpPr txBox="1"/>
          <p:nvPr/>
        </p:nvSpPr>
        <p:spPr>
          <a:xfrm>
            <a:off x="5530467" y="27432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P2P</a:t>
            </a:r>
          </a:p>
        </p:txBody>
      </p:sp>
    </p:spTree>
    <p:extLst>
      <p:ext uri="{BB962C8B-B14F-4D97-AF65-F5344CB8AC3E}">
        <p14:creationId xmlns:p14="http://schemas.microsoft.com/office/powerpoint/2010/main" val="257153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CA4DA-9836-9B5C-4643-2F6504656C39}"/>
              </a:ext>
            </a:extLst>
          </p:cNvPr>
          <p:cNvGrpSpPr/>
          <p:nvPr/>
        </p:nvGrpSpPr>
        <p:grpSpPr>
          <a:xfrm>
            <a:off x="1274618" y="4114799"/>
            <a:ext cx="2296664" cy="1527255"/>
            <a:chOff x="2180784" y="-2801714"/>
            <a:chExt cx="4480560" cy="278673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5ABAE63-F448-FAE8-6B09-DB91D2176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0784" y="-2801714"/>
              <a:ext cx="4480560" cy="2786730"/>
            </a:xfrm>
            <a:prstGeom prst="rect">
              <a:avLst/>
            </a:prstGeom>
          </p:spPr>
        </p:pic>
        <p:pic>
          <p:nvPicPr>
            <p:cNvPr id="14" name="Picture 13" descr="PastedGraphic-1.png">
              <a:extLst>
                <a:ext uri="{FF2B5EF4-FFF2-40B4-BE49-F238E27FC236}">
                  <a16:creationId xmlns:a16="http://schemas.microsoft.com/office/drawing/2014/main" id="{42EAC98E-745D-4D80-647B-B56F47A8C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3868" y="-2533003"/>
              <a:ext cx="2344304" cy="1907230"/>
            </a:xfrm>
            <a:prstGeom prst="rect">
              <a:avLst/>
            </a:prstGeom>
          </p:spPr>
        </p:pic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DBD26C76-9EC0-ED09-17FF-0282D0646CCA}"/>
              </a:ext>
            </a:extLst>
          </p:cNvPr>
          <p:cNvSpPr/>
          <p:nvPr/>
        </p:nvSpPr>
        <p:spPr>
          <a:xfrm>
            <a:off x="6770447" y="2148212"/>
            <a:ext cx="1463040" cy="1097280"/>
          </a:xfrm>
          <a:prstGeom prst="ellipse">
            <a:avLst/>
          </a:prstGeom>
          <a:solidFill>
            <a:srgbClr val="7A81FF">
              <a:alpha val="2392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MAIN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LOOP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B93503F-62F9-DEF7-F37C-7BC1BFBC5FC4}"/>
              </a:ext>
            </a:extLst>
          </p:cNvPr>
          <p:cNvSpPr/>
          <p:nvPr/>
        </p:nvSpPr>
        <p:spPr>
          <a:xfrm>
            <a:off x="8612672" y="3657600"/>
            <a:ext cx="1202021" cy="632682"/>
          </a:xfrm>
          <a:prstGeom prst="ellipse">
            <a:avLst/>
          </a:prstGeom>
          <a:solidFill>
            <a:schemeClr val="accent2">
              <a:lumMod val="40000"/>
              <a:lumOff val="60000"/>
              <a:alpha val="23922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LCD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ROUTINES</a:t>
            </a:r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3DD19F-31D7-B1F6-9A0E-CAAE2770324C}"/>
              </a:ext>
            </a:extLst>
          </p:cNvPr>
          <p:cNvCxnSpPr>
            <a:cxnSpLocks/>
            <a:stCxn id="30" idx="5"/>
            <a:endCxn id="31" idx="1"/>
          </p:cNvCxnSpPr>
          <p:nvPr/>
        </p:nvCxnSpPr>
        <p:spPr>
          <a:xfrm>
            <a:off x="8019230" y="3084799"/>
            <a:ext cx="769474" cy="6654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DCF1CAE-475D-CAB1-8DB0-42268F6FD2AF}"/>
              </a:ext>
            </a:extLst>
          </p:cNvPr>
          <p:cNvSpPr/>
          <p:nvPr/>
        </p:nvSpPr>
        <p:spPr bwMode="auto">
          <a:xfrm>
            <a:off x="8772266" y="4462499"/>
            <a:ext cx="878301" cy="596460"/>
          </a:xfrm>
          <a:prstGeom prst="rect">
            <a:avLst/>
          </a:prstGeom>
          <a:solidFill>
            <a:schemeClr val="accent1">
              <a:lumMod val="40000"/>
              <a:lumOff val="60000"/>
              <a:alpha val="18824"/>
            </a:schemeClr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100" b="1" dirty="0"/>
              <a:t>LCD</a:t>
            </a:r>
          </a:p>
          <a:p>
            <a:pPr algn="ctr" eaLnBrk="1" hangingPunct="1">
              <a:defRPr/>
            </a:pPr>
            <a:r>
              <a:rPr lang="en-US" sz="1100" b="1" dirty="0"/>
              <a:t>DISPLAY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113DA3-0043-ACD4-8EEF-96130EAD964B}"/>
              </a:ext>
            </a:extLst>
          </p:cNvPr>
          <p:cNvCxnSpPr>
            <a:cxnSpLocks/>
            <a:stCxn id="31" idx="4"/>
            <a:endCxn id="33" idx="0"/>
          </p:cNvCxnSpPr>
          <p:nvPr/>
        </p:nvCxnSpPr>
        <p:spPr>
          <a:xfrm flipH="1">
            <a:off x="9211417" y="4290282"/>
            <a:ext cx="2266" cy="172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0AAE9-5A32-9EB4-1AF1-3E07D4FED0C7}"/>
              </a:ext>
            </a:extLst>
          </p:cNvPr>
          <p:cNvSpPr/>
          <p:nvPr/>
        </p:nvSpPr>
        <p:spPr>
          <a:xfrm>
            <a:off x="-1210014" y="463540"/>
            <a:ext cx="6858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Router</a:t>
            </a:r>
          </a:p>
        </p:txBody>
      </p:sp>
      <p:pic>
        <p:nvPicPr>
          <p:cNvPr id="36" name="Picture 35" descr="Untitled1.png">
            <a:extLst>
              <a:ext uri="{FF2B5EF4-FFF2-40B4-BE49-F238E27FC236}">
                <a16:creationId xmlns:a16="http://schemas.microsoft.com/office/drawing/2014/main" id="{EBD021CC-1CC7-5621-2CA1-AC03E5F0A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048270" y="732815"/>
            <a:ext cx="412861" cy="26423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EC4B00-0556-2EEB-3855-416AC1D52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57685" y="-94322"/>
            <a:ext cx="350518" cy="350518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47325B9-BA87-7559-E467-0C9155CD146F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-1409128" y="-324995"/>
            <a:ext cx="542014" cy="7885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81DAE78-9273-CB1C-D6B7-9A07B4734F45}"/>
              </a:ext>
            </a:extLst>
          </p:cNvPr>
          <p:cNvSpPr>
            <a:spLocks noChangeAspect="1"/>
          </p:cNvSpPr>
          <p:nvPr/>
        </p:nvSpPr>
        <p:spPr bwMode="auto">
          <a:xfrm>
            <a:off x="4915649" y="4414383"/>
            <a:ext cx="640080" cy="758895"/>
          </a:xfrm>
          <a:prstGeom prst="rect">
            <a:avLst/>
          </a:prstGeom>
          <a:solidFill>
            <a:srgbClr val="FF0000">
              <a:alpha val="18824"/>
            </a:srgb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100" b="1" dirty="0"/>
              <a:t>ESP8266</a:t>
            </a:r>
          </a:p>
          <a:p>
            <a:pPr algn="ctr" eaLnBrk="1" hangingPunct="1">
              <a:defRPr/>
            </a:pPr>
            <a:r>
              <a:rPr lang="en-US" sz="1100" b="1" dirty="0"/>
              <a:t>WiFi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41EF72A-59AE-956C-4E22-8C19DEFD2930}"/>
              </a:ext>
            </a:extLst>
          </p:cNvPr>
          <p:cNvCxnSpPr>
            <a:cxnSpLocks/>
            <a:stCxn id="36" idx="0"/>
          </p:cNvCxnSpPr>
          <p:nvPr/>
        </p:nvCxnSpPr>
        <p:spPr>
          <a:xfrm>
            <a:off x="-841839" y="997046"/>
            <a:ext cx="5530" cy="5693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E2A598-5EAA-4F55-01A8-418643A4E6C4}"/>
              </a:ext>
            </a:extLst>
          </p:cNvPr>
          <p:cNvCxnSpPr>
            <a:cxnSpLocks/>
            <a:stCxn id="44" idx="1"/>
            <a:endCxn id="40" idx="3"/>
          </p:cNvCxnSpPr>
          <p:nvPr/>
        </p:nvCxnSpPr>
        <p:spPr>
          <a:xfrm flipH="1">
            <a:off x="5555729" y="4793367"/>
            <a:ext cx="321226" cy="46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CE4D6D21-106D-5FFF-92CE-B80099C12207}"/>
              </a:ext>
            </a:extLst>
          </p:cNvPr>
          <p:cNvSpPr/>
          <p:nvPr/>
        </p:nvSpPr>
        <p:spPr>
          <a:xfrm>
            <a:off x="7183478" y="4404358"/>
            <a:ext cx="752850" cy="76867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FIFO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2113A6-9240-5D48-98F7-E64C2C3F27B0}"/>
              </a:ext>
            </a:extLst>
          </p:cNvPr>
          <p:cNvSpPr/>
          <p:nvPr/>
        </p:nvSpPr>
        <p:spPr bwMode="auto">
          <a:xfrm>
            <a:off x="5876955" y="4386211"/>
            <a:ext cx="596210" cy="814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100" b="1" dirty="0"/>
              <a:t>UART1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3FAFC2-437D-9EF6-6E70-374477DD8F8C}"/>
              </a:ext>
            </a:extLst>
          </p:cNvPr>
          <p:cNvSpPr/>
          <p:nvPr/>
        </p:nvSpPr>
        <p:spPr>
          <a:xfrm>
            <a:off x="5567641" y="3394614"/>
            <a:ext cx="1213802" cy="596460"/>
          </a:xfrm>
          <a:prstGeom prst="ellipse">
            <a:avLst/>
          </a:prstGeom>
          <a:solidFill>
            <a:schemeClr val="accent2">
              <a:lumMod val="40000"/>
              <a:lumOff val="60000"/>
              <a:alpha val="23922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WIFI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CONTROL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341CA3-70CF-955E-1531-729D7B71DABA}"/>
              </a:ext>
            </a:extLst>
          </p:cNvPr>
          <p:cNvCxnSpPr>
            <a:cxnSpLocks/>
            <a:stCxn id="44" idx="3"/>
            <a:endCxn id="43" idx="2"/>
          </p:cNvCxnSpPr>
          <p:nvPr/>
        </p:nvCxnSpPr>
        <p:spPr>
          <a:xfrm flipV="1">
            <a:off x="6473165" y="4788697"/>
            <a:ext cx="710313" cy="46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6C42AA-19D6-5468-CC99-8AF634E41AE8}"/>
              </a:ext>
            </a:extLst>
          </p:cNvPr>
          <p:cNvCxnSpPr>
            <a:cxnSpLocks/>
            <a:stCxn id="45" idx="4"/>
            <a:endCxn id="44" idx="0"/>
          </p:cNvCxnSpPr>
          <p:nvPr/>
        </p:nvCxnSpPr>
        <p:spPr>
          <a:xfrm>
            <a:off x="6174542" y="3991074"/>
            <a:ext cx="518" cy="39513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96180EE-B0D6-69D8-4340-FD6CCF48488D}"/>
              </a:ext>
            </a:extLst>
          </p:cNvPr>
          <p:cNvCxnSpPr>
            <a:cxnSpLocks/>
            <a:stCxn id="30" idx="3"/>
            <a:endCxn id="45" idx="7"/>
          </p:cNvCxnSpPr>
          <p:nvPr/>
        </p:nvCxnSpPr>
        <p:spPr>
          <a:xfrm flipH="1">
            <a:off x="6603686" y="3084799"/>
            <a:ext cx="381018" cy="39716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506663-92A5-97D7-F42B-2FB155522B3E}"/>
              </a:ext>
            </a:extLst>
          </p:cNvPr>
          <p:cNvCxnSpPr>
            <a:cxnSpLocks/>
            <a:stCxn id="43" idx="0"/>
            <a:endCxn id="30" idx="4"/>
          </p:cNvCxnSpPr>
          <p:nvPr/>
        </p:nvCxnSpPr>
        <p:spPr>
          <a:xfrm flipH="1" flipV="1">
            <a:off x="7501967" y="3245492"/>
            <a:ext cx="57936" cy="11588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8A4BE2B-C715-D992-0CE5-88563DD8BC43}"/>
              </a:ext>
            </a:extLst>
          </p:cNvPr>
          <p:cNvSpPr/>
          <p:nvPr/>
        </p:nvSpPr>
        <p:spPr bwMode="auto">
          <a:xfrm>
            <a:off x="4176638" y="2451360"/>
            <a:ext cx="878301" cy="466068"/>
          </a:xfrm>
          <a:prstGeom prst="rect">
            <a:avLst/>
          </a:prstGeom>
          <a:solidFill>
            <a:schemeClr val="accent6">
              <a:lumMod val="40000"/>
              <a:lumOff val="60000"/>
              <a:alpha val="18824"/>
            </a:schemeClr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400" b="1" dirty="0"/>
              <a:t>Timer</a:t>
            </a:r>
          </a:p>
          <a:p>
            <a:pPr algn="ctr" eaLnBrk="1" hangingPunct="1">
              <a:defRPr/>
            </a:pPr>
            <a:r>
              <a:rPr lang="en-US" sz="1400" b="1" dirty="0"/>
              <a:t>HW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A823722-0A0D-7D8C-13DC-B615198EFA2D}"/>
              </a:ext>
            </a:extLst>
          </p:cNvPr>
          <p:cNvCxnSpPr>
            <a:cxnSpLocks/>
            <a:stCxn id="50" idx="3"/>
            <a:endCxn id="53" idx="2"/>
          </p:cNvCxnSpPr>
          <p:nvPr/>
        </p:nvCxnSpPr>
        <p:spPr>
          <a:xfrm>
            <a:off x="5054939" y="2684394"/>
            <a:ext cx="316358" cy="6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1431BB5-DCE0-1A24-803A-5791355DECEE}"/>
              </a:ext>
            </a:extLst>
          </p:cNvPr>
          <p:cNvCxnSpPr>
            <a:cxnSpLocks/>
            <a:stCxn id="53" idx="6"/>
            <a:endCxn id="30" idx="2"/>
          </p:cNvCxnSpPr>
          <p:nvPr/>
        </p:nvCxnSpPr>
        <p:spPr>
          <a:xfrm>
            <a:off x="6560017" y="2690990"/>
            <a:ext cx="210430" cy="58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499AED6F-D5D2-FE76-AE50-278ACF855B36}"/>
              </a:ext>
            </a:extLst>
          </p:cNvPr>
          <p:cNvSpPr/>
          <p:nvPr/>
        </p:nvSpPr>
        <p:spPr>
          <a:xfrm>
            <a:off x="5371297" y="2392760"/>
            <a:ext cx="1188720" cy="596460"/>
          </a:xfrm>
          <a:prstGeom prst="ellipse">
            <a:avLst/>
          </a:prstGeom>
          <a:solidFill>
            <a:schemeClr val="accent1">
              <a:lumMod val="20000"/>
              <a:lumOff val="80000"/>
              <a:alpha val="23922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SysTick</a:t>
            </a:r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DRIVER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FBC89429-EA91-0F0A-E777-AC2778D96393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10800000" flipV="1">
            <a:off x="3588517" y="4794211"/>
            <a:ext cx="985548" cy="7807"/>
          </a:xfrm>
          <a:prstGeom prst="curvedConnector3">
            <a:avLst>
              <a:gd name="adj1" fmla="val 50000"/>
            </a:avLst>
          </a:prstGeom>
          <a:ln w="9525" cmpd="sng">
            <a:solidFill>
              <a:schemeClr val="tx1"/>
            </a:solidFill>
            <a:prstDash val="dashDot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Untitled1.png">
            <a:extLst>
              <a:ext uri="{FF2B5EF4-FFF2-40B4-BE49-F238E27FC236}">
                <a16:creationId xmlns:a16="http://schemas.microsoft.com/office/drawing/2014/main" id="{987115C7-648D-A90B-76FC-888C5D827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5180" y="4618417"/>
            <a:ext cx="549361" cy="351591"/>
          </a:xfrm>
          <a:prstGeom prst="rect">
            <a:avLst/>
          </a:prstGeom>
        </p:spPr>
      </p:pic>
      <p:pic>
        <p:nvPicPr>
          <p:cNvPr id="7" name="Picture 6" descr="Untitled1.png">
            <a:extLst>
              <a:ext uri="{FF2B5EF4-FFF2-40B4-BE49-F238E27FC236}">
                <a16:creationId xmlns:a16="http://schemas.microsoft.com/office/drawing/2014/main" id="{1F4D705A-B934-68FB-AF08-BAE742179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145147" y="4628997"/>
            <a:ext cx="540695" cy="3460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68483-CDAA-1AE7-18E8-50204B5CD85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802883" y="4373048"/>
            <a:ext cx="627518" cy="392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64FFD3-1D87-8A28-60CB-1CDED40E8C69}"/>
              </a:ext>
            </a:extLst>
          </p:cNvPr>
          <p:cNvSpPr txBox="1"/>
          <p:nvPr/>
        </p:nvSpPr>
        <p:spPr>
          <a:xfrm>
            <a:off x="3855904" y="480335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FF31E-66BA-1F3F-5892-CA3B462D14A6}"/>
              </a:ext>
            </a:extLst>
          </p:cNvPr>
          <p:cNvSpPr/>
          <p:nvPr/>
        </p:nvSpPr>
        <p:spPr bwMode="auto">
          <a:xfrm>
            <a:off x="8574253" y="2280153"/>
            <a:ext cx="596210" cy="814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100" b="1" dirty="0"/>
              <a:t>UART0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D886E1-57FE-AB2A-CB41-FA7473801B91}"/>
              </a:ext>
            </a:extLst>
          </p:cNvPr>
          <p:cNvCxnSpPr>
            <a:cxnSpLocks/>
            <a:stCxn id="30" idx="6"/>
            <a:endCxn id="11" idx="1"/>
          </p:cNvCxnSpPr>
          <p:nvPr/>
        </p:nvCxnSpPr>
        <p:spPr>
          <a:xfrm flipV="1">
            <a:off x="8233487" y="2687309"/>
            <a:ext cx="340766" cy="954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0E3E1AC-7280-645C-B03C-822F0D952F79}"/>
              </a:ext>
            </a:extLst>
          </p:cNvPr>
          <p:cNvSpPr>
            <a:spLocks noChangeAspect="1"/>
          </p:cNvSpPr>
          <p:nvPr/>
        </p:nvSpPr>
        <p:spPr bwMode="auto">
          <a:xfrm>
            <a:off x="9496830" y="2297308"/>
            <a:ext cx="640080" cy="758895"/>
          </a:xfrm>
          <a:prstGeom prst="rect">
            <a:avLst/>
          </a:prstGeom>
          <a:solidFill>
            <a:srgbClr val="FF0000">
              <a:alpha val="18824"/>
            </a:srgb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100" b="1" dirty="0"/>
              <a:t>USB</a:t>
            </a:r>
          </a:p>
          <a:p>
            <a:pPr algn="ctr" eaLnBrk="1" hangingPunct="1">
              <a:defRPr/>
            </a:pPr>
            <a:r>
              <a:rPr lang="en-US" sz="1100" b="1" dirty="0"/>
              <a:t>Debug</a:t>
            </a:r>
          </a:p>
          <a:p>
            <a:pPr algn="ctr" eaLnBrk="1" hangingPunct="1">
              <a:defRPr/>
            </a:pPr>
            <a:r>
              <a:rPr lang="en-US" sz="1100" b="1" dirty="0"/>
              <a:t>Port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E1F81E8-C511-BD57-E7DE-A42E2C86996C}"/>
              </a:ext>
            </a:extLst>
          </p:cNvPr>
          <p:cNvCxnSpPr>
            <a:cxnSpLocks/>
          </p:cNvCxnSpPr>
          <p:nvPr/>
        </p:nvCxnSpPr>
        <p:spPr>
          <a:xfrm flipV="1">
            <a:off x="9168084" y="2696488"/>
            <a:ext cx="340766" cy="954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73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86ABBA-5BF7-B052-20AC-FCCFD18C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98368">
            <a:off x="3092450" y="1022350"/>
            <a:ext cx="60071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6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14713C-EA35-FE93-3B75-59AF4F75214A}"/>
              </a:ext>
            </a:extLst>
          </p:cNvPr>
          <p:cNvCxnSpPr>
            <a:cxnSpLocks/>
          </p:cNvCxnSpPr>
          <p:nvPr/>
        </p:nvCxnSpPr>
        <p:spPr>
          <a:xfrm>
            <a:off x="9359900" y="1104900"/>
            <a:ext cx="0" cy="50419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36565C-576A-6C1F-7A60-66C9F5698810}"/>
              </a:ext>
            </a:extLst>
          </p:cNvPr>
          <p:cNvSpPr txBox="1"/>
          <p:nvPr/>
        </p:nvSpPr>
        <p:spPr>
          <a:xfrm>
            <a:off x="8745870" y="190500"/>
            <a:ext cx="1148391" cy="92333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MSPMO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ESP8266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WS Server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9F2279-0856-4FF7-32FD-2E975C638044}"/>
              </a:ext>
            </a:extLst>
          </p:cNvPr>
          <p:cNvCxnSpPr>
            <a:cxnSpLocks/>
          </p:cNvCxnSpPr>
          <p:nvPr/>
        </p:nvCxnSpPr>
        <p:spPr>
          <a:xfrm>
            <a:off x="4152900" y="1104900"/>
            <a:ext cx="0" cy="4978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6DB559-A472-7CC8-FEEF-4D2C9367371A}"/>
              </a:ext>
            </a:extLst>
          </p:cNvPr>
          <p:cNvSpPr txBox="1"/>
          <p:nvPr/>
        </p:nvSpPr>
        <p:spPr>
          <a:xfrm>
            <a:off x="3544167" y="482600"/>
            <a:ext cx="1188595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HTML/WS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5B68EA-C612-0BA7-A023-48E6E877B37F}"/>
              </a:ext>
            </a:extLst>
          </p:cNvPr>
          <p:cNvCxnSpPr/>
          <p:nvPr/>
        </p:nvCxnSpPr>
        <p:spPr>
          <a:xfrm>
            <a:off x="4165600" y="1638300"/>
            <a:ext cx="5168900" cy="0"/>
          </a:xfrm>
          <a:prstGeom prst="straightConnector1">
            <a:avLst/>
          </a:prstGeom>
          <a:ln w="34925">
            <a:solidFill>
              <a:schemeClr val="accent2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DC29C2-10A2-10FF-386B-A587B9D4F16C}"/>
              </a:ext>
            </a:extLst>
          </p:cNvPr>
          <p:cNvSpPr txBox="1"/>
          <p:nvPr/>
        </p:nvSpPr>
        <p:spPr>
          <a:xfrm>
            <a:off x="4269938" y="1346200"/>
            <a:ext cx="1243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Request Connect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D7DB3E-03BA-B45D-86E0-A12625D74A68}"/>
              </a:ext>
            </a:extLst>
          </p:cNvPr>
          <p:cNvCxnSpPr>
            <a:cxnSpLocks/>
          </p:cNvCxnSpPr>
          <p:nvPr/>
        </p:nvCxnSpPr>
        <p:spPr>
          <a:xfrm flipH="1">
            <a:off x="4152900" y="1981200"/>
            <a:ext cx="5168900" cy="0"/>
          </a:xfrm>
          <a:prstGeom prst="straightConnector1">
            <a:avLst/>
          </a:prstGeom>
          <a:ln w="34925">
            <a:solidFill>
              <a:schemeClr val="accent2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18FDA8-9326-306A-B93F-38D5498F5520}"/>
              </a:ext>
            </a:extLst>
          </p:cNvPr>
          <p:cNvSpPr txBox="1"/>
          <p:nvPr/>
        </p:nvSpPr>
        <p:spPr>
          <a:xfrm>
            <a:off x="7844497" y="1727200"/>
            <a:ext cx="14416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Connection Granted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7EFA99-132F-1293-831A-27CCC31563CD}"/>
              </a:ext>
            </a:extLst>
          </p:cNvPr>
          <p:cNvCxnSpPr>
            <a:cxnSpLocks/>
          </p:cNvCxnSpPr>
          <p:nvPr/>
        </p:nvCxnSpPr>
        <p:spPr>
          <a:xfrm flipH="1">
            <a:off x="4152900" y="2540000"/>
            <a:ext cx="516890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92B16C-BFD4-472D-38F7-BF2C500C17EF}"/>
              </a:ext>
            </a:extLst>
          </p:cNvPr>
          <p:cNvSpPr txBox="1"/>
          <p:nvPr/>
        </p:nvSpPr>
        <p:spPr>
          <a:xfrm>
            <a:off x="6113057" y="22606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53617B-6CEF-067B-10C3-12B9A3D34DDD}"/>
              </a:ext>
            </a:extLst>
          </p:cNvPr>
          <p:cNvCxnSpPr>
            <a:cxnSpLocks/>
          </p:cNvCxnSpPr>
          <p:nvPr/>
        </p:nvCxnSpPr>
        <p:spPr>
          <a:xfrm flipH="1">
            <a:off x="4152900" y="3124200"/>
            <a:ext cx="516890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56FB39-9902-1723-0970-4F0D2E957B74}"/>
              </a:ext>
            </a:extLst>
          </p:cNvPr>
          <p:cNvSpPr txBox="1"/>
          <p:nvPr/>
        </p:nvSpPr>
        <p:spPr>
          <a:xfrm>
            <a:off x="6113057" y="28448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4A0ADFD-5CF4-BF80-C977-6F4BCECE7B4B}"/>
              </a:ext>
            </a:extLst>
          </p:cNvPr>
          <p:cNvSpPr/>
          <p:nvPr/>
        </p:nvSpPr>
        <p:spPr>
          <a:xfrm>
            <a:off x="9422484" y="2541816"/>
            <a:ext cx="342900" cy="584200"/>
          </a:xfrm>
          <a:prstGeom prst="rightBrac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4BF56-40AA-56A5-B2A0-861364C2266B}"/>
              </a:ext>
            </a:extLst>
          </p:cNvPr>
          <p:cNvSpPr txBox="1"/>
          <p:nvPr/>
        </p:nvSpPr>
        <p:spPr>
          <a:xfrm>
            <a:off x="9754500" y="2705100"/>
            <a:ext cx="75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Second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37BC5E-22C8-7BE1-52B9-69EA19C35A08}"/>
              </a:ext>
            </a:extLst>
          </p:cNvPr>
          <p:cNvCxnSpPr>
            <a:cxnSpLocks/>
          </p:cNvCxnSpPr>
          <p:nvPr/>
        </p:nvCxnSpPr>
        <p:spPr>
          <a:xfrm flipH="1">
            <a:off x="4165600" y="3733800"/>
            <a:ext cx="516890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3643B2-34A5-6FA0-2EDD-2D6381421C0D}"/>
              </a:ext>
            </a:extLst>
          </p:cNvPr>
          <p:cNvSpPr txBox="1"/>
          <p:nvPr/>
        </p:nvSpPr>
        <p:spPr>
          <a:xfrm>
            <a:off x="6138457" y="34544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999C2F-3854-8C67-B4AA-73403B4275B3}"/>
              </a:ext>
            </a:extLst>
          </p:cNvPr>
          <p:cNvCxnSpPr>
            <a:cxnSpLocks/>
          </p:cNvCxnSpPr>
          <p:nvPr/>
        </p:nvCxnSpPr>
        <p:spPr>
          <a:xfrm flipH="1">
            <a:off x="4165600" y="4318000"/>
            <a:ext cx="516890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16E5A4-977D-7C23-CABF-0741816184E2}"/>
              </a:ext>
            </a:extLst>
          </p:cNvPr>
          <p:cNvSpPr txBox="1"/>
          <p:nvPr/>
        </p:nvSpPr>
        <p:spPr>
          <a:xfrm>
            <a:off x="6138457" y="40386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75F4E4-B140-FFDF-9061-3618DC1B021D}"/>
              </a:ext>
            </a:extLst>
          </p:cNvPr>
          <p:cNvCxnSpPr/>
          <p:nvPr/>
        </p:nvCxnSpPr>
        <p:spPr>
          <a:xfrm>
            <a:off x="4178300" y="4660900"/>
            <a:ext cx="5168900" cy="0"/>
          </a:xfrm>
          <a:prstGeom prst="straightConnector1">
            <a:avLst/>
          </a:prstGeom>
          <a:ln w="34925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8755FA-69C6-E8EB-A819-2CC90BF5E700}"/>
              </a:ext>
            </a:extLst>
          </p:cNvPr>
          <p:cNvSpPr txBox="1"/>
          <p:nvPr/>
        </p:nvSpPr>
        <p:spPr>
          <a:xfrm>
            <a:off x="4294354" y="4417786"/>
            <a:ext cx="1779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Send Command: Minute+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5FEF10-D449-B6B8-A2C4-8920C29C009C}"/>
              </a:ext>
            </a:extLst>
          </p:cNvPr>
          <p:cNvCxnSpPr/>
          <p:nvPr/>
        </p:nvCxnSpPr>
        <p:spPr>
          <a:xfrm>
            <a:off x="4178300" y="5092700"/>
            <a:ext cx="5168900" cy="0"/>
          </a:xfrm>
          <a:prstGeom prst="straightConnector1">
            <a:avLst/>
          </a:prstGeom>
          <a:ln w="34925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505799-F5B9-FD4A-DCCF-884CED3D9F71}"/>
              </a:ext>
            </a:extLst>
          </p:cNvPr>
          <p:cNvSpPr txBox="1"/>
          <p:nvPr/>
        </p:nvSpPr>
        <p:spPr>
          <a:xfrm>
            <a:off x="4352470" y="4871358"/>
            <a:ext cx="177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Send Command: Second+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BD7E7C-CC8A-D507-642A-7C4B45BFEFE0}"/>
              </a:ext>
            </a:extLst>
          </p:cNvPr>
          <p:cNvCxnSpPr>
            <a:cxnSpLocks/>
          </p:cNvCxnSpPr>
          <p:nvPr/>
        </p:nvCxnSpPr>
        <p:spPr>
          <a:xfrm flipH="1">
            <a:off x="4165600" y="4889500"/>
            <a:ext cx="516890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EB9E332-BB8D-DB41-8C39-097CEC638174}"/>
              </a:ext>
            </a:extLst>
          </p:cNvPr>
          <p:cNvSpPr txBox="1"/>
          <p:nvPr/>
        </p:nvSpPr>
        <p:spPr>
          <a:xfrm>
            <a:off x="6136642" y="46482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225524-55A7-E52E-1EEF-AD89923431A2}"/>
              </a:ext>
            </a:extLst>
          </p:cNvPr>
          <p:cNvSpPr txBox="1"/>
          <p:nvPr/>
        </p:nvSpPr>
        <p:spPr>
          <a:xfrm flipH="1">
            <a:off x="2643720" y="4655340"/>
            <a:ext cx="1062663" cy="461665"/>
          </a:xfrm>
          <a:prstGeom prst="rect">
            <a:avLst/>
          </a:prstGeom>
          <a:noFill/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Asynchronous</a:t>
            </a:r>
          </a:p>
          <a:p>
            <a:pPr algn="r"/>
            <a:r>
              <a:rPr lang="en-US" sz="1200" dirty="0"/>
              <a:t>Keystrokes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C33D448C-77BA-311E-C74C-E5F61B600EE7}"/>
              </a:ext>
            </a:extLst>
          </p:cNvPr>
          <p:cNvSpPr/>
          <p:nvPr/>
        </p:nvSpPr>
        <p:spPr>
          <a:xfrm>
            <a:off x="9410109" y="3138604"/>
            <a:ext cx="342900" cy="584200"/>
          </a:xfrm>
          <a:prstGeom prst="rightBrac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00265-654A-51D3-7392-867FBA3FF15B}"/>
              </a:ext>
            </a:extLst>
          </p:cNvPr>
          <p:cNvSpPr txBox="1"/>
          <p:nvPr/>
        </p:nvSpPr>
        <p:spPr>
          <a:xfrm>
            <a:off x="9727609" y="3323662"/>
            <a:ext cx="75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Second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C755B85C-D7CF-D2C9-866C-8D0B0EA88420}"/>
              </a:ext>
            </a:extLst>
          </p:cNvPr>
          <p:cNvSpPr/>
          <p:nvPr/>
        </p:nvSpPr>
        <p:spPr>
          <a:xfrm>
            <a:off x="9410106" y="3737533"/>
            <a:ext cx="342900" cy="584200"/>
          </a:xfrm>
          <a:prstGeom prst="rightBrac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E29B6A-1F77-BB0E-545D-83873071238E}"/>
              </a:ext>
            </a:extLst>
          </p:cNvPr>
          <p:cNvSpPr txBox="1"/>
          <p:nvPr/>
        </p:nvSpPr>
        <p:spPr>
          <a:xfrm>
            <a:off x="9727606" y="3915333"/>
            <a:ext cx="75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Second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AC1A71-065B-65DF-F860-6440056B4C14}"/>
              </a:ext>
            </a:extLst>
          </p:cNvPr>
          <p:cNvSpPr txBox="1"/>
          <p:nvPr/>
        </p:nvSpPr>
        <p:spPr>
          <a:xfrm flipH="1">
            <a:off x="2272660" y="2395844"/>
            <a:ext cx="1778051" cy="276999"/>
          </a:xfrm>
          <a:prstGeom prst="rect">
            <a:avLst/>
          </a:prstGeom>
          <a:solidFill>
            <a:srgbClr val="7030A0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Display on Screen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DD34F3-93E4-C8AE-C157-68881D7418F7}"/>
              </a:ext>
            </a:extLst>
          </p:cNvPr>
          <p:cNvSpPr txBox="1"/>
          <p:nvPr/>
        </p:nvSpPr>
        <p:spPr>
          <a:xfrm flipH="1">
            <a:off x="2279286" y="3012070"/>
            <a:ext cx="1778051" cy="276999"/>
          </a:xfrm>
          <a:prstGeom prst="rect">
            <a:avLst/>
          </a:prstGeom>
          <a:solidFill>
            <a:srgbClr val="7030A0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Display on Screen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180AF0-A7AF-1AD0-4144-B8E68D7B8E90}"/>
              </a:ext>
            </a:extLst>
          </p:cNvPr>
          <p:cNvSpPr txBox="1"/>
          <p:nvPr/>
        </p:nvSpPr>
        <p:spPr>
          <a:xfrm flipH="1">
            <a:off x="2299164" y="3588539"/>
            <a:ext cx="1778051" cy="276999"/>
          </a:xfrm>
          <a:prstGeom prst="rect">
            <a:avLst/>
          </a:prstGeom>
          <a:solidFill>
            <a:srgbClr val="7030A0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Display on Screen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7DF283-05AB-3E2C-6D30-769DD9D70C83}"/>
              </a:ext>
            </a:extLst>
          </p:cNvPr>
          <p:cNvSpPr txBox="1"/>
          <p:nvPr/>
        </p:nvSpPr>
        <p:spPr>
          <a:xfrm flipH="1">
            <a:off x="2305790" y="4171635"/>
            <a:ext cx="1778051" cy="276999"/>
          </a:xfrm>
          <a:prstGeom prst="rect">
            <a:avLst/>
          </a:prstGeom>
          <a:solidFill>
            <a:srgbClr val="7030A0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Display on Screen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9727D5-7E6C-A2AC-1847-374281BD3F07}"/>
              </a:ext>
            </a:extLst>
          </p:cNvPr>
          <p:cNvSpPr txBox="1"/>
          <p:nvPr/>
        </p:nvSpPr>
        <p:spPr>
          <a:xfrm flipH="1">
            <a:off x="9440981" y="4522818"/>
            <a:ext cx="1429750" cy="276999"/>
          </a:xfrm>
          <a:prstGeom prst="rect">
            <a:avLst/>
          </a:prstGeom>
          <a:solidFill>
            <a:srgbClr val="009193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Time Values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06757C-9546-C09A-C501-6314772CD4B7}"/>
              </a:ext>
            </a:extLst>
          </p:cNvPr>
          <p:cNvSpPr txBox="1"/>
          <p:nvPr/>
        </p:nvSpPr>
        <p:spPr>
          <a:xfrm flipH="1">
            <a:off x="9427729" y="4960140"/>
            <a:ext cx="1429750" cy="276999"/>
          </a:xfrm>
          <a:prstGeom prst="rect">
            <a:avLst/>
          </a:prstGeom>
          <a:solidFill>
            <a:srgbClr val="009193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Time Values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0C6EDE-4A0B-DE34-B100-D7216F159677}"/>
              </a:ext>
            </a:extLst>
          </p:cNvPr>
          <p:cNvCxnSpPr>
            <a:cxnSpLocks/>
            <a:stCxn id="32" idx="1"/>
          </p:cNvCxnSpPr>
          <p:nvPr/>
        </p:nvCxnSpPr>
        <p:spPr>
          <a:xfrm flipV="1">
            <a:off x="3706383" y="4688691"/>
            <a:ext cx="360008" cy="197482"/>
          </a:xfrm>
          <a:prstGeom prst="straightConnector1">
            <a:avLst/>
          </a:prstGeom>
          <a:ln w="34925">
            <a:solidFill>
              <a:srgbClr val="009193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0A6CDA7-ED12-1104-4714-9A2D31460DFE}"/>
              </a:ext>
            </a:extLst>
          </p:cNvPr>
          <p:cNvCxnSpPr>
            <a:cxnSpLocks/>
            <a:stCxn id="32" idx="1"/>
          </p:cNvCxnSpPr>
          <p:nvPr/>
        </p:nvCxnSpPr>
        <p:spPr>
          <a:xfrm>
            <a:off x="3706383" y="4886173"/>
            <a:ext cx="365386" cy="184414"/>
          </a:xfrm>
          <a:prstGeom prst="straightConnector1">
            <a:avLst/>
          </a:prstGeom>
          <a:ln w="34925">
            <a:solidFill>
              <a:srgbClr val="009193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82D5F65-D53F-DD0B-931C-38325CC0BB33}"/>
              </a:ext>
            </a:extLst>
          </p:cNvPr>
          <p:cNvCxnSpPr>
            <a:cxnSpLocks/>
          </p:cNvCxnSpPr>
          <p:nvPr/>
        </p:nvCxnSpPr>
        <p:spPr>
          <a:xfrm flipH="1">
            <a:off x="4140200" y="5422900"/>
            <a:ext cx="5212080" cy="0"/>
          </a:xfrm>
          <a:prstGeom prst="straightConnector1">
            <a:avLst/>
          </a:prstGeom>
          <a:ln w="34925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AC9FA4B-5432-78F2-1B32-8345342E6C87}"/>
              </a:ext>
            </a:extLst>
          </p:cNvPr>
          <p:cNvSpPr txBox="1"/>
          <p:nvPr/>
        </p:nvSpPr>
        <p:spPr>
          <a:xfrm>
            <a:off x="6149342" y="5181600"/>
            <a:ext cx="324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Send CSV packet: MODE, Hour, Minutes, Seconds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4286326-F846-3B9B-9A34-305D44945444}"/>
              </a:ext>
            </a:extLst>
          </p:cNvPr>
          <p:cNvCxnSpPr/>
          <p:nvPr/>
        </p:nvCxnSpPr>
        <p:spPr>
          <a:xfrm>
            <a:off x="4169336" y="5675404"/>
            <a:ext cx="5168900" cy="0"/>
          </a:xfrm>
          <a:prstGeom prst="straightConnector1">
            <a:avLst/>
          </a:prstGeom>
          <a:ln w="34925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8C951E6-1091-B565-B9E7-14425495157B}"/>
              </a:ext>
            </a:extLst>
          </p:cNvPr>
          <p:cNvSpPr txBox="1"/>
          <p:nvPr/>
        </p:nvSpPr>
        <p:spPr>
          <a:xfrm>
            <a:off x="4343506" y="5454062"/>
            <a:ext cx="1749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Send Command: Second-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3CBCEC9-9F02-1EC2-7F13-00DEBC21E37D}"/>
              </a:ext>
            </a:extLst>
          </p:cNvPr>
          <p:cNvCxnSpPr/>
          <p:nvPr/>
        </p:nvCxnSpPr>
        <p:spPr>
          <a:xfrm>
            <a:off x="4169335" y="5863665"/>
            <a:ext cx="5168900" cy="0"/>
          </a:xfrm>
          <a:prstGeom prst="straightConnector1">
            <a:avLst/>
          </a:prstGeom>
          <a:ln w="34925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00C3A89-F12B-CC95-8FB7-4D44B948A783}"/>
              </a:ext>
            </a:extLst>
          </p:cNvPr>
          <p:cNvSpPr txBox="1"/>
          <p:nvPr/>
        </p:nvSpPr>
        <p:spPr>
          <a:xfrm>
            <a:off x="4343505" y="5642323"/>
            <a:ext cx="1749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Send Command: Second-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5F2F4D-F415-3579-E8CC-3C2D816FACCF}"/>
              </a:ext>
            </a:extLst>
          </p:cNvPr>
          <p:cNvSpPr txBox="1"/>
          <p:nvPr/>
        </p:nvSpPr>
        <p:spPr>
          <a:xfrm flipH="1">
            <a:off x="2634755" y="5506987"/>
            <a:ext cx="1062663" cy="461665"/>
          </a:xfrm>
          <a:prstGeom prst="rect">
            <a:avLst/>
          </a:prstGeom>
          <a:noFill/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Asynchronous</a:t>
            </a:r>
          </a:p>
          <a:p>
            <a:pPr algn="r"/>
            <a:r>
              <a:rPr lang="en-US" sz="1200" dirty="0"/>
              <a:t>Keystrokes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AB653E4-F141-9018-FD6C-A2A367D40AF2}"/>
              </a:ext>
            </a:extLst>
          </p:cNvPr>
          <p:cNvCxnSpPr>
            <a:cxnSpLocks/>
            <a:stCxn id="66" idx="1"/>
          </p:cNvCxnSpPr>
          <p:nvPr/>
        </p:nvCxnSpPr>
        <p:spPr>
          <a:xfrm flipV="1">
            <a:off x="3697418" y="5634318"/>
            <a:ext cx="377041" cy="103502"/>
          </a:xfrm>
          <a:prstGeom prst="straightConnector1">
            <a:avLst/>
          </a:prstGeom>
          <a:ln w="34925">
            <a:solidFill>
              <a:srgbClr val="009193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F16E26D-46EF-079D-50CD-804E8B5A5BC4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3697418" y="5737820"/>
            <a:ext cx="377041" cy="111651"/>
          </a:xfrm>
          <a:prstGeom prst="straightConnector1">
            <a:avLst/>
          </a:prstGeom>
          <a:ln w="34925">
            <a:solidFill>
              <a:srgbClr val="009193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FD22BFC-CF9F-DFC5-4B70-13D6E54FA7C4}"/>
              </a:ext>
            </a:extLst>
          </p:cNvPr>
          <p:cNvSpPr txBox="1"/>
          <p:nvPr/>
        </p:nvSpPr>
        <p:spPr>
          <a:xfrm flipH="1">
            <a:off x="9432211" y="5623528"/>
            <a:ext cx="1429750" cy="276999"/>
          </a:xfrm>
          <a:prstGeom prst="rect">
            <a:avLst/>
          </a:prstGeom>
          <a:solidFill>
            <a:srgbClr val="009193"/>
          </a:solidFill>
          <a:ln>
            <a:solidFill>
              <a:srgbClr val="00919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Update Time Values</a:t>
            </a:r>
          </a:p>
        </p:txBody>
      </p:sp>
    </p:spTree>
    <p:extLst>
      <p:ext uri="{BB962C8B-B14F-4D97-AF65-F5344CB8AC3E}">
        <p14:creationId xmlns:p14="http://schemas.microsoft.com/office/powerpoint/2010/main" val="285999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8194</TotalTime>
  <Words>188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 McDermott</dc:creator>
  <cp:lastModifiedBy>Mark McDermott - ECE</cp:lastModifiedBy>
  <cp:revision>44</cp:revision>
  <dcterms:created xsi:type="dcterms:W3CDTF">2018-07-06T23:42:28Z</dcterms:created>
  <dcterms:modified xsi:type="dcterms:W3CDTF">2026-08-14T17:31:42Z</dcterms:modified>
</cp:coreProperties>
</file>